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46304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210312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4008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82880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7" name="Shape 5"/>
          <p:cNvSpPr/>
          <p:nvPr/>
        </p:nvSpPr>
        <p:spPr>
          <a:xfrm>
            <a:off x="9756648" y="1069848"/>
            <a:ext cx="-274320" cy="109728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56648" y="1069848"/>
            <a:ext cx="1005840" cy="45720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1527048"/>
            <a:ext cx="182880" cy="-82296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62488" y="1527048"/>
            <a:ext cx="731520" cy="36576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GCTU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Mesh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encrypted campus messaging — no Wi-Fi, no data, no server required.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2743200" cy="502920"/>
          </a:xfrm>
          <a:prstGeom prst="rect">
            <a:avLst/>
          </a:prstGeom>
          <a:solidFill>
            <a:srgbClr val="1745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Communication Technology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connectivity has gaps that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signal, no coordination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Dorms, basements, and lecture halls with weak Wi-Fi/cell leave students unable to reach classmates when it matters most.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costs add 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chats, announcements, and event coordination shouldn't require mobile data every student can't always afford.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4165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 don't reach everyone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GCTU updates rely on channels (SMS, social media) that assume connectivity nobody can guarantee on campus.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434840"/>
            <a:ext cx="502920" cy="50292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86600" y="44165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offline-first alternative exists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 apps (WhatsApp, Telegram) are built around always-on internet - none work when the network simply isn't there.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mesh network in every student's pocket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Mesh turns every installed phone into a relay. Messages hop from device to device over Bluetooth and Wi-Fi Aware until they reach their destination - no cell tower, no router, no internet connection anywhere in the chain.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1143000" y="31912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5021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internet, zero cellular signal, and zero infrastructure.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143000" y="41513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462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protocol (X25519 + AES-256-GCM) - only sender and recipient can read a message.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143000" y="51114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GCTU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4223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Main Campus channel, GCTU brand identity, and campus-specific sub-channels.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663440"/>
          </a:xfrm>
          <a:prstGeom prst="roundRect">
            <a:avLst>
              <a:gd name="adj" fmla="val 2000"/>
            </a:avLst>
          </a:prstGeom>
          <a:solidFill>
            <a:srgbClr val="17458F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628900"/>
            <a:ext cx="1463040" cy="1554480"/>
          </a:xfrm>
          <a:prstGeom prst="line">
            <a:avLst/>
          </a:prstGeom>
          <a:noFill/>
          <a:ln w="19050">
            <a:solidFill>
              <a:srgbClr val="D8A73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789920" y="2628900"/>
            <a:ext cx="-1463040" cy="1554480"/>
          </a:xfrm>
          <a:prstGeom prst="line">
            <a:avLst/>
          </a:prstGeom>
          <a:noFill/>
          <a:ln w="19050">
            <a:solidFill>
              <a:srgbClr val="D8A73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498080" y="2011680"/>
            <a:ext cx="73152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08976" y="3063240"/>
            <a:ext cx="109728" cy="10972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0" y="2011680"/>
            <a:ext cx="73152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35056" y="3063240"/>
            <a:ext cx="109728" cy="10972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1120" y="3566160"/>
            <a:ext cx="73152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72016" y="4617720"/>
            <a:ext cx="109728" cy="10972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5349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hops device-to-device until it reaches its recipient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Multi-hop relay over Bluetooth &amp; Wi-Fi Aware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3291840"/>
            <a:ext cx="1920240" cy="0"/>
          </a:xfrm>
          <a:prstGeom prst="line">
            <a:avLst/>
          </a:prstGeom>
          <a:noFill/>
          <a:ln w="31750">
            <a:solidFill>
              <a:srgbClr val="1745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3291840"/>
            <a:ext cx="1920240" cy="0"/>
          </a:xfrm>
          <a:prstGeom prst="line">
            <a:avLst/>
          </a:prstGeom>
          <a:noFill/>
          <a:ln w="31750">
            <a:solidFill>
              <a:srgbClr val="1745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291840"/>
            <a:ext cx="1920240" cy="0"/>
          </a:xfrm>
          <a:prstGeom prst="line">
            <a:avLst/>
          </a:prstGeom>
          <a:noFill/>
          <a:ln w="31750">
            <a:solidFill>
              <a:srgbClr val="1745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834640"/>
            <a:ext cx="914400" cy="9144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023360" y="2834640"/>
            <a:ext cx="914400" cy="9144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858000" y="2834640"/>
            <a:ext cx="914400" cy="9144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692640" y="2834640"/>
            <a:ext cx="914400" cy="9144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BLE / Wi-Fi Aware range (~30-100m)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16916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BEFD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reaches Device D with zero internet - just 3 hops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LE mesh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09320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packet relay with gossip-based history sync between peers - the default transport, works on every Android device.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Aware (NAN)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51960" y="509320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Opportunistic higher-throughput fast path for supported chipsets - never required, always a bonus when available.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touches a server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55280" y="509320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relayed peer-to-peer. There is no backend, no account database, and nothing to take offline.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campus chat app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direct messages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campus channels, topic sub-channels, and private 1:1 conversations - all in one merged, recency-sorted list.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3911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media &amp; files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31546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voice notes, and chunked resumable file transfer for large attachments over the mesh.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03911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302752" y="2697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31546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GCTU blue/gold theming in both modes, chosen per-device.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1655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804672" y="50749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avatars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5321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Initials-on-color avatars with a user-selectable palette - no photo upload, nothing to leak.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41655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553712" y="50749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channels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5321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Geohash-based proximity channels let students find people near them without any central directory.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416552"/>
            <a:ext cx="548640" cy="54864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302752" y="50749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02752" y="553212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OpenStreetMap view centered on Main Campus showing who's currently reachable.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Campus, pinned and organized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lands on the same permanent Main Campus channel with three fixed sub-channels - no setup, no searching for the right group.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DCE7F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514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458F"/>
                </a:solidFill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root channel - always visible, always joined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2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3649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458F"/>
                </a:solidFill>
              </a:rPr>
              <a:t>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#gctu-announcements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university updates and notices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233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421538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458F"/>
                </a:solidFill>
              </a:rPr>
              <a:t>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88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#computing-cis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581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&amp; Information Sciences discussion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23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506577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458F"/>
                </a:solidFill>
              </a:rPr>
              <a:t>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431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department discussion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4846320" cy="4846320"/>
          </a:xfrm>
          <a:prstGeom prst="roundRect">
            <a:avLst>
              <a:gd name="adj" fmla="val 1887"/>
            </a:avLst>
          </a:prstGeom>
          <a:solidFill>
            <a:srgbClr val="17458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pin one channel?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2320" y="2523744"/>
            <a:ext cx="109728" cy="10972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24231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onboarding friction - every new install already belongs somewhere useful.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3438144"/>
            <a:ext cx="109728" cy="10972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33375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reach the whole student body by default, not an opt-in group.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4352544"/>
            <a:ext cx="109728" cy="10972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Sub-channels stay lightweight IRC-style channels - no new protocol, no backend change.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5266944"/>
            <a:ext cx="109728" cy="10972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51663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is UI-only: the geohash location system underneath is untouched.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architecture, not by policy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640080" cy="64008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encryption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protocol handshake (X25519 key exchange) with AES-256-GCM for every message. Only sender and recipient hold the keys.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93392"/>
            <a:ext cx="640080" cy="64008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086600" y="19933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server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nothing to breach, subpoena, or take offline - the mesh has no database and no account directory.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70832"/>
            <a:ext cx="640080" cy="64008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508760" y="4370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Mode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one-tap toggle that stops this device from ever being broadcast onto the campus map - visible in chat, invisible on the map.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70832"/>
            <a:ext cx="640080" cy="640080"/>
          </a:xfrm>
          <a:prstGeom prst="ellipse">
            <a:avLst/>
          </a:prstGeom>
          <a:solidFill>
            <a:srgbClr val="FBE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086600" y="4370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Hardware-backed identity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stored in Android Keystore-wrapped encrypted storage, with a secure rolling-QR flow for moving to a new device.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people nearby, on your terms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E5E9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1745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C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251460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&amp; CIS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452628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C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470916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C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98648" y="3840480"/>
            <a:ext cx="512064" cy="512064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6" name="Text 14"/>
          <p:cNvSpPr/>
          <p:nvPr/>
        </p:nvSpPr>
        <p:spPr>
          <a:xfrm>
            <a:off x="2898648" y="3840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56" dirty="0"/>
          </a:p>
        </p:txBody>
      </p:sp>
      <p:sp>
        <p:nvSpPr>
          <p:cNvPr id="17" name="Text 15"/>
          <p:cNvSpPr/>
          <p:nvPr/>
        </p:nvSpPr>
        <p:spPr>
          <a:xfrm>
            <a:off x="2788920" y="4370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384048" cy="38404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6693408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Geohash location channels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93408" y="20756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Proximity-based channels computed entirely on-device - no location data is ever sent to a server.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834640"/>
            <a:ext cx="384048" cy="38404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92" dirty="0"/>
          </a:p>
        </p:txBody>
      </p:sp>
      <p:sp>
        <p:nvSpPr>
          <p:cNvPr id="24" name="Text 22"/>
          <p:cNvSpPr/>
          <p:nvPr/>
        </p:nvSpPr>
        <p:spPr>
          <a:xfrm>
            <a:off x="6693408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OpenStreetMap tiles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93408" y="31272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view renders actual campus geography, not a placeholder graphic.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384048" cy="38404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6693408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Mode built 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93408" y="417880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suppression, not a viewer-side filter - when ghosted, nothing about your position is ever sent.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4937760"/>
            <a:ext cx="384048" cy="384048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92" dirty="0"/>
          </a:p>
        </p:txBody>
      </p:sp>
      <p:sp>
        <p:nvSpPr>
          <p:cNvPr id="32" name="Text 30"/>
          <p:cNvSpPr/>
          <p:nvPr/>
        </p:nvSpPr>
        <p:spPr>
          <a:xfrm>
            <a:off x="6693408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message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93408" y="5230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marker to jump straight into a private conversation with that person.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7458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UI - Material3 theming, chat list, conversation detail, Settings, Map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C5DA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5351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&amp; Identity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95351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Gossip-based history sync, geohash location channels, Noise identity/crypto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4C7EE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782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4078224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LE multi-hop mesh (default) + Wi-Fi Aware / NAN (opportunistic fast path)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DCE7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0293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520293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(Kotlin) - no app-store dependency, distributed as a direct APK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as a direct APK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 Store review cycle, no account creation, no server to provision. Students install the APK directly and the mesh takes over from there.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APK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directly - USB, file transfer, or a campus IT distribution point.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743200"/>
            <a:ext cx="548640" cy="548640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in seconds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nickname and role; the app lands straight on the Main Campus channel.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takes over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931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BLE/Wi-Fi Aware discovery starts immediately - no login, no network configuration.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BEFD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GitHub-release OTA update checking, with signed, hash-verified peer-to-peer APK distribution for devices without internet at all.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phones, airplane mode 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29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devices show zero bars and no Wi-Fi - proving there is no hidden internet path.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message, watch it arrive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71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sent on Device A appears on Device B over Bluetooth alone, encrypted end-to-end.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741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phone as a relay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124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and B out of direct range; a third device in between keeps the message flowing - multi-hop in 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215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Campus Map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53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peer markers, then toggle Ghost Mode and watch a device disappear from the map instantly.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17458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056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chunked file-transfer flow and show the in-progress bar completing over the mesh.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avatar sync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existing identity packet with a small AVATAR field so custom avatars appear on every peer's device, not just locally.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866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admin tools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settings screen for channel password and ownership handoff commands that exist today but have no UI.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370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staff verification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OTA-distributed allowlist so official GCTU accounts show a verified badge in announcements - no new crypto subsystem required.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DCE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74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86600" y="4370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P2P update distribution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GitHub-release version checks plus signed, hash-verified APK updates relayed peer-to-peer for devices that rarely see internet.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37160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1168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548640"/>
            <a:ext cx="128016" cy="128016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978408"/>
            <a:ext cx="-274320" cy="109728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978408"/>
            <a:ext cx="1005840" cy="45720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1435608"/>
            <a:ext cx="182880" cy="-822960"/>
          </a:xfrm>
          <a:prstGeom prst="line">
            <a:avLst/>
          </a:prstGeom>
          <a:noFill/>
          <a:ln w="12700">
            <a:solidFill>
              <a:srgbClr val="3E7BE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Mesh - offline, encrypted, built for GCTU.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2026-07-29T13:05:06Z</dcterms:created>
  <dcterms:modified xsi:type="dcterms:W3CDTF">2026-07-29T13:05:06Z</dcterms:modified>
</cp:coreProperties>
</file>